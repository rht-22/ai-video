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645920"/>
            <a:ext cx="137160" cy="2926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Video Shorts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Creator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16-stage 자동 쇼츠 파이프라인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드라마 · 예능 영상  →  60초 세로 쇼츠 (9:16)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Pipeline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/  Inputs  /  Outputs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드라마·예능 영상 한 편을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받아 60초 9:16 세로 쇼츠를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제작하는 16단계 파이프라인.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Pro 멀티모달 직접 분석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face_id 사전 인덱스로 인물·크롭 일관성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TTS cue 분리 (voice / speed / 위치 가변)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16개 체크포인트 → 부분 재실행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19672" y="22860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원본 영상 (mp4)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자막 SRT / ASS / VTT / SMI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또는 YouTube URL (yt-dlp 자동 다운로드)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작품명 · 주제(선택) · 이전 화 요약(선택)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9672" y="42976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9:16 세로 쇼츠 mp4 (1 ~ 3개)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edit_plan.json (편집 계획)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run_log.json + 16개 체크포인트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 자막 파일 + cue별 TTS mp3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2/14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가치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2194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Hands-off 60초 쇼츠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한 편 던지면 후킹·서사·자막·TTS·렌더까지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자동.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828800"/>
            <a:ext cx="109728" cy="2194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65392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재실행 친화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65392" y="3017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16개 체크포인트로 어느 단계부터든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--from-step + --job-id 로 부분 재실행.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60520"/>
            <a:ext cx="109728" cy="21945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비용 최적화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5349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Pro는 청크 멀티모달 분석에만,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Flash는 가벼운 의사결정에만 사용.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41605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4160520"/>
            <a:ext cx="109728" cy="21945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65392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품질 보강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65392" y="5349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face_id 사전 인덱스로 인물 일관성,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톤은 작품 분위기 매칭.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3/14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8745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— gemini-3.1-pro-preview (Pro), gemini-3-flash-preview (Flash)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처리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/ ffprobe  (filter_complex, libx264, hwaccel: d3d11va / cuda)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인식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3832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(ArcFace embedding)  +  OpenCV (Haar Cascade for crop)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86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38862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— Edge Neural Voices (한국어 3 voice × pitch 변형)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43891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 (YouTube URL 입력 시 영상 + 자막 자동 다운로드)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92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8920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 / ASS / VTT / SMI 파서  +  libass (ASS 렌더)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 폴백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5394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(SRT 미제공 시)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4/14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logical phases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456432" cy="4297680"/>
          </a:xfrm>
          <a:prstGeom prst="roundRect">
            <a:avLst>
              <a:gd name="adj" fmla="val 2116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456432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입력 처리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 + 분석용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 영상 준비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70332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research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proxy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93776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exclusion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349240"/>
            <a:ext cx="5486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49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chunk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70832" y="1828800"/>
            <a:ext cx="3456432" cy="4297680"/>
          </a:xfrm>
          <a:prstGeom prst="roundRect">
            <a:avLst>
              <a:gd name="adj" fmla="val 2116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1828800"/>
            <a:ext cx="345643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분석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99432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멀티모달 + Flash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파이프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99432" y="3291840"/>
            <a:ext cx="54864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skeleton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99432" y="3703320"/>
            <a:ext cx="54864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character_index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99432" y="4114800"/>
            <a:ext cx="54864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gemini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99432" y="4526280"/>
            <a:ext cx="54864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graph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99432" y="4937760"/>
            <a:ext cx="54864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story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99432" y="5349240"/>
            <a:ext cx="54864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5349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tts_plan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75320" y="1828800"/>
            <a:ext cx="3456432" cy="4297680"/>
          </a:xfrm>
          <a:prstGeom prst="roundRect">
            <a:avLst>
              <a:gd name="adj" fmla="val 2116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1828800"/>
            <a:ext cx="3456432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합성 · 렌더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50392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합성 +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최종 렌더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03920" y="3291840"/>
            <a:ext cx="54864" cy="3200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transcribe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03920" y="3703320"/>
            <a:ext cx="54864" cy="3200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resources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503920" y="4114800"/>
            <a:ext cx="54864" cy="3200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render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503920" y="4526280"/>
            <a:ext cx="54864" cy="3200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validate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950208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7863840" y="3794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457200" y="62636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 (.json) — 어느 단계에서든 재시작 가능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5/14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16단계 파이프라인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82880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0" y="1828800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82880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058400" y="1828800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182880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241280" y="2423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307238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72384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" y="3666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57600" y="307238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072384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840480" y="3666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0" y="307238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3072384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040880" y="3666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058400" y="307238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0" y="3072384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31821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0241280" y="3666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character_index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57200" y="4315968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315968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425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40080" y="4910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657600" y="4315968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0" y="4315968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4425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3840480" y="4910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858000" y="4315968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4315968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4425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7040880" y="4910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058400" y="4315968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58400" y="4315968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41280" y="44256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10241280" y="49103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tts_plan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57200" y="5559552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559552"/>
            <a:ext cx="269748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669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640080" y="6153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657600" y="5559552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0" y="5559552"/>
            <a:ext cx="269748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5669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3840480" y="6153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858000" y="5559552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5559552"/>
            <a:ext cx="269748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40880" y="5669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7040880" y="6153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0058400" y="5559552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58400" y="5559552"/>
            <a:ext cx="2697480" cy="54864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0" y="5669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10241280" y="6153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6/14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단계 상세 1 — 입력 처리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to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 생성, output_dir 초기화, run_log.json 시작.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output_dir/run_log.json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Flash로 작품 시놉시스·인물·회차 검색 + TMDb 배우 프로필 다운로드.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checkpoint_research.json + _research/cast_*.jpg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71600" y="347472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ffprobe로 영상 메타데이터 (duration, w×h, fps, audio) 추출.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checkpoint_probe.json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71600" y="429768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480p / fps=4 mp4 인코딩 — Gemini 분석 비용 최소화. 한 번 만들면 재사용.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&lt;slug&gt;_480.mp4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12064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206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371600" y="512064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exclusion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5448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인트로/엔딩 크레딧 자동 + 수동 감지로 제외 시간 범위 결정.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5166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checkpoint_exclusion.json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94360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943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371600" y="59436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chunk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5448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프록시를 300초 단위(10초 overlap) 분할 → Gemini File API 업로드용 split mp4.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5989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chunk_*.mp4 in temp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7/14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단계 상세 2 — AI 분석 (전반)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7 to 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skeleton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Flash가 전체 영상을 한 번에 보고 의도 / 주요 장면 / has_intro / has_credits 메타 추출. 모든 chunk 분석에 컨텍스트로 재사용.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narrative_skeleton.json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character_index 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프록시를 2초당 1프레임 ArcFace 임베딩 → 인물별 등장 구간 + 정규화 좌표 인덱스. 후속 단계에서 lookup 으로 재사용 (ArcFace 호출 75% 절감).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checkpoint_character_index.json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71600" y="347472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(Pro)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chunk 영상 + 자막 + character_appearances + skeleton + 이전 chunk 요약을 받아 segments[] (전체 묘사) + candidate_moments[] (쇼츠 후보) 추출. 점수 없이 description / highlight_eligible / continues_from 등 의미적 평가만.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checkpoint_gemini.json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8/14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단계 상세 3 — AI 분석 (후반)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10 to 12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candidate들 사이의 관계 (setup_payoff / continuous / consequence / character_arc) 추출. assign_sequence_ids로 cross-chunk 연속 장면을 같은 sequence로 묶음.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checkpoint_graph.json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 (Flash)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+ edges + skeleton + 이전 화 컨텍스트 → storyline. storytelling (hook + build×N + payoff) 또는 highlight (단일 클립). 3개 storyline 생성 후 점수순 1~3위 채택.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checkpoint_story.json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71600" y="347472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tts_plan ★ (Flash)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결정된 storyline 클립 시퀀스를 받아 편집 타임라인 절대 시간 기준 cue 리스트 생성. voice 4 / speed 5 프리셋. 톤: 격식체·슬랭 모두 금지, 명사형 종결 / 상황 설명 / 궁금증 유발.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checkpoint_tts_plan.json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9/14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단계 상세 4 — 합성 · 렌더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13 to 16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transcribe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선택된 클립 구간만 전사 (SRT 우선, 없으면 Whisper). 무음 ≥ 0.8s 자동 컷.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full_audio.json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265176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클립별 얼굴 크롭 타임라인 (build_crop_timeline + character_index lookup) + cue별 TTS mp3 합성.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crop_*.json + tts_cue_*.mp3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71600" y="347472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filter_complex: 클립 concat → blur 9:16 + 제목 + ASS 자막 + 원본 덕킹 + cue adelay + amix. GPU 폴백: d3d11va → cuda → libx264.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shorts.mp4 (+ shorts_2/3 variants)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68680" cy="777240"/>
          </a:xfrm>
          <a:prstGeom prst="rect">
            <a:avLst/>
          </a:prstGeom>
          <a:solidFill>
            <a:srgbClr val="14253A"/>
          </a:solidFill>
          <a:ln w="12700">
            <a:solidFill>
              <a:srgbClr val="2A3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71600" y="4297680"/>
            <a:ext cx="10360152" cy="777240"/>
          </a:xfrm>
          <a:prstGeom prst="roundRect">
            <a:avLst>
              <a:gd name="adj" fmla="val 9412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duration_ok / audio_peak_ok / black_frame_ok 검증. 실패 시 run_log에 경고 기록.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run_log.steps[].validate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10/14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모델 분담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/ Flash / Edge TTS / ArcFace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14253A"/>
          </a:solidFill>
          <a:ln w="12700">
            <a:solidFill>
              <a:srgbClr val="142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SDK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gemini-3.1-pro-preview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멀티모달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(chunk)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+ 자막 직접 보고 candidate_moments 추출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gemini-3-flash-preview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텍스트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 / 10 / 11 / 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926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skeleton · graph · story · tts_plan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TTS (Microsoft)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3 voice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cue별 mp3 합성 (voice × pitch × rate)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deepface (ArcFace)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임베딩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인물 등장 인덱스 + 크롭 타겟 lookup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26280"/>
            <a:ext cx="11247120" cy="502920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 (선택)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전사 폴백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4572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572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 미제공 시 자동 전사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yt-dlp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0" y="5120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5120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5120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URL → 영상 + 자막 자동 수집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11/14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데이터 모델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dataclasses &amp; JSON schemas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2194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StoryClip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StoryClip(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start_sec, end_sec,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subtitle,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use_original_audio,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chunk_index, candidate_index,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character_focus,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bridges_from_previous,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8288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109728" cy="2194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TTSCue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377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TTSCue(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start_sec, end_sec,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voice="narrative_female",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speed="normal",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60520"/>
            <a:ext cx="109728" cy="2194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candidate_moment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chunk_index, candidate_index,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start_sec, end_sec,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characters_in_scene, character_focus,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description, transcript,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scene_location, timeline_position,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continues_from,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requires_context,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highlight_eligible, highlight_reason,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5352" y="41605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4160520"/>
            <a:ext cx="109728" cy="2194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character_appearance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9672" y="4709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character: "최희로",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start_sec: 120.0, end_sec: 138.0,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samples: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{t, x_norm, y_norm, similarity},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12/14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사용법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기본 (3개 쇼츠)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app.cli create_shorts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--video /path/to/video.mp4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--subtitle /path/to/subtitle.srt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--title "작품명"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8288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828800"/>
            <a:ext cx="54864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 URL (자막 자동 다운로드)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3952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app.cli create_shorts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--youtube-url https://youtu.be/XXXX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--title "작품명" --max-shorts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50792"/>
            <a:ext cx="54864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부분 재실행 (캐시 활용)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59943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app.cli create_shorts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--video ... --title "..."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--from-step tts_plan --job-id 작품명_&lt;2hex&gt;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5352" y="4050792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4050792"/>
            <a:ext cx="54864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자막 토글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4599432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TTS 자막 OFF (음성은 그대로)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--no-tts-subtitles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메인 자막도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--no-subtitles --no-tts-subtitles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Shorts Creator   ·   13/14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31520"/>
            <a:ext cx="137160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Hands-off · 재실행 가능 · 비용 최적화 · 품질 보강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가능한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한국어 드라마 1편 → 60초 쇼츠 1~3개 자동 제작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YouTube URL 입력만으로도 e2e 가능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face_id 사전 인덱스 → 인물 일관성 / 빠른 크롭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TTS cue voice/speed 가변 + 자막 on/off 토글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16개 체크포인트로 단계별 부분 재실행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2560320"/>
            <a:ext cx="5486400" cy="3474720"/>
          </a:xfrm>
          <a:prstGeom prst="roundRect">
            <a:avLst>
              <a:gd name="adj" fmla="val 2105"/>
            </a:avLst>
          </a:prstGeom>
          <a:solidFill>
            <a:srgbClr val="1A2D45"/>
          </a:solidFill>
          <a:ln w="9525">
            <a:solidFill>
              <a:srgbClr val="2A3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31089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다국어 voice 풀 확장 (현재 한국어 3 voice)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character_index 커버리지 향상 (sample / threshold 조정)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chunk-level 메타 다운스트림 활용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멀티 트랙 자막 (다국어 동시 출력)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톤 프리셋 사용자 선택 (드라마틱/예능/다큐)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8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2026-04-28T23:00:20Z</dcterms:created>
  <dcterms:modified xsi:type="dcterms:W3CDTF">2026-04-28T23:00:21Z</dcterms:modified>
</cp:coreProperties>
</file>